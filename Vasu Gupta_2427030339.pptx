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3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8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3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9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0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0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4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7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937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4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611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8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1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0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Smart Waste</a:t>
            </a:r>
            <a:b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</a:br>
            <a: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/>
            </a:r>
            <a:b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</a:br>
            <a: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Management System</a:t>
            </a:r>
            <a:endParaRPr lang="en-IN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21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Waste management is a major challenge in cities and campuses. Overflowing dustbins and unattended garbage affect hygiene and aesthetics. This project uses smart technology to efficiently manage and monitor waste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17350"/>
            <a:ext cx="7773338" cy="1596177"/>
          </a:xfrm>
        </p:spPr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Need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37325"/>
            <a:ext cx="7772870" cy="3424107"/>
          </a:xfrm>
        </p:spPr>
        <p:txBody>
          <a:bodyPr>
            <a:no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Increasing waste generation in public areas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Lack of efficient monitoring systems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Manual inspection is time-consuming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Delay in identifying waste accumulation points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Need for technology-based solutions for cleanliness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Traditional waste management systems are inefficient because they rely on manual reporting and irregular monitoring. There is no real-time visibility for authorities to track where waste accumulates or remains unattended.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 Smart Waste Management System that enables users to report waste by uploading images with GPS location. The system stores reports in a database and displays them on a dashboard with live map updates for authorities to act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1. User captures and uploads waste image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2. System tags GPS coordinates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3. Data stored in MySQL database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4. Admin dashboard shows real-time reports on Google Maps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5. Admin marks cleaned 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214695"/>
            <a:ext cx="7772870" cy="3424107"/>
          </a:xfrm>
        </p:spPr>
        <p:txBody>
          <a:bodyPr>
            <a:no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To enable easy waste reporting with GPS tagging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To provide real-time visibility to authorities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To ensure faster response and cleaning actions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To promote clean and hygienic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Technologies </a:t>
            </a:r>
            <a:r>
              <a:rPr lang="en-US"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to be </a:t>
            </a:r>
            <a:r>
              <a:rPr dirty="0" smtClean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Used</a:t>
            </a:r>
            <a:endParaRPr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Frontend: React.js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Backend: Node.js / Flask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Database: MySQL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Map API: Google Maps API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Libraries: Axios, Multer, CORS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Real-time waste tracking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Improved cleanliness efficiency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Data-driven insights for better waste management planning</a:t>
            </a:r>
          </a:p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• Reduced manual monitoring efforts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The Smart Waste Management System bridges the gap between citizens and authorities using technology. It promotes proactive cleanliness management and supports sustainable and hygienic urban living.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</TotalTime>
  <Words>307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Artifakt Element Heavy</vt:lpstr>
      <vt:lpstr>Artifakt Element Medium</vt:lpstr>
      <vt:lpstr>Century Gothic</vt:lpstr>
      <vt:lpstr>Wingdings 3</vt:lpstr>
      <vt:lpstr>Wisp</vt:lpstr>
      <vt:lpstr>Smart Waste  Management System</vt:lpstr>
      <vt:lpstr>Introduction</vt:lpstr>
      <vt:lpstr>Need of the Project</vt:lpstr>
      <vt:lpstr>Problem Statement</vt:lpstr>
      <vt:lpstr>Proposed Solution</vt:lpstr>
      <vt:lpstr>System Architecture</vt:lpstr>
      <vt:lpstr>Project Objectives</vt:lpstr>
      <vt:lpstr>Technologies to be Used</vt:lpstr>
      <vt:lpstr>Expected Outcomes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 Management System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2025-10-13T09:00:23Z</dcterms:modified>
  <cp:category/>
</cp:coreProperties>
</file>